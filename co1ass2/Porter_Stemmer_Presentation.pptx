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Porter Stemmer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C4FF"/>
                </a:solidFill>
              </a:rPr>
              <a:t>The Classic Stemming Algorithm for Information Retrieval and NLP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UNIT I - Morphology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What is Stemming?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Stemming reduces words to their root or base form (stem)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Example: running, runner, ran →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Helps in text normalization for search, classification, etc.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Why Porter Stemmer?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Developed by Martin Porter in 1980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Rule-based algorithm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Widely used, simple, fast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Balances accuracy and performance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Structure of Porter Stemmer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5 Main Steps (1a,1b,1c; 2; 3; 4; 5a,5b)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Applies rules in sequence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Uses measure m (number of VC sequences)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Step 1a: Plural and -ed/-ing handling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6400"/>
                </a:solidFill>
              </a:rPr>
              <a:t>SSES → SS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6400"/>
                </a:solidFill>
              </a:rPr>
              <a:t>IES → I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6400"/>
                </a:solidFill>
              </a:rPr>
              <a:t>SS → SS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6400"/>
                </a:solidFill>
              </a:rPr>
              <a:t>S →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Examples: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caresses → caress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ponies → poni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ties → ti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Step 1b: -ed and -ing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(m&gt;0) EED → EE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(*v*) ED → 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(*v*) ING →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Examples: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feed → feed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agreed → agree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plastered → plaster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Later Steps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Step 2: Remove derivational suffixes like ATIONAL → ATE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Step 3: Remove -ful, -ness etc.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Step 4: Remove -al, -ance etc.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Step 5: Remove final e, double consonants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Examples in Action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0000"/>
                </a:solidFill>
              </a:rPr>
              <a:t>relational → relate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8B0000"/>
                </a:solidFill>
              </a:rPr>
              <a:t>computational → comput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8B0000"/>
                </a:solidFill>
              </a:rPr>
              <a:t>motorcycles → motorcycl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Advantages &amp; Limitations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Pros: Fast, no dictionary needed, effective for IR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Cons: Over-stemming (e.g. organization → organ), not perfect for all languages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E3A8A"/>
                </a:solidFill>
              </a:rPr>
              <a:t>Conclusion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Porter Stemmer is a foundational tool in Morphology for NLP tasks.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Porter Stemmer in NLP</dc:title>
  <dc:subject>PptxGenJS Presentation</dc:subject>
  <dc:creator>Grok</dc:creator>
  <cp:lastModifiedBy>Grok</cp:lastModifiedBy>
  <cp:revision>1</cp:revision>
  <dcterms:created xsi:type="dcterms:W3CDTF">2026-07-14T02:40:26Z</dcterms:created>
  <dcterms:modified xsi:type="dcterms:W3CDTF">2026-07-14T02:40:26Z</dcterms:modified>
</cp:coreProperties>
</file>